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SALLE,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2,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→ C'est précisément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Industrie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propose d'opérer,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intégré,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action,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OS1,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28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OS2,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RÉSULTATS,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généralise,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nulle), bat les baselines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point,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+0,20,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RÉSULTATS,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#15,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#17,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5887"/>
            <a:ext cx="5212080" cy="3146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RÉSULTATS,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tracé,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nul,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7165"/>
            <a:ext cx="5257800" cy="2083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,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,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,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mesure,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,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, 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répétées),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OS1,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OS2,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baselines,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OS3,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OS4,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 et en voie de consolidation,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un prototype doublement transposable, de la mesure à la décision.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2,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