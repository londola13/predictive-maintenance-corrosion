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SALLE,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2,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C'est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engage,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intégré,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action,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 ·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Comment XGBoost apprend : corriger ses erreurs, 500 fois</a:t>
            </a:r>
          </a:p>
        </p:txBody>
      </p:sp>
      <p:pic>
        <p:nvPicPr>
          <p:cNvPr id="6" name="Picture 5" descr="fig_xgb_prin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10" y="1965960"/>
            <a:ext cx="8206818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 1ᵉʳ arbre prédit 121, près de la moyenne des données : erreur −268.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Chaque arbre suivant apprend l'erreur restante et la corrige un peu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135, 137, 197, 372… et après 500 arbres, </a:t>
            </a:r>
            <a:r>
              <a:rPr sz="1400" b="1" i="0">
                <a:solidFill>
                  <a:srgbClr val="202B31"/>
                </a:solidFill>
                <a:latin typeface="Georgia"/>
              </a:rPr>
              <a:t>390 pour 389 mesurés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 C'est le gradient boosting.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RÉGLAGES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Les hyperparamètres : trois réglages fixés avant l'apprentissage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Le modèle apprend ses arbres ; il n'apprend pas ses réglages. 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Ceux-là sont choisis par le concepteur, avant l'entraînement : ce sont les hyperparamètres.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arbres (n_estimators)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le nombre de petites corrections successives ; assez pour converger avec des pas de 5 %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profondeur max (max_depth)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au plus 4 questions par arbre : des arbres simples, pas de « par-cœur » sur un petit jeu d'essais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0,05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pas d'apprentissage (learning_rate)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chaque correction ne compte qu'à 5 % : 500 petits pas prudents plutôt que quelques grands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349240"/>
            <a:ext cx="10469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D'où viennent ces valeurs ?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Des pratiques établies de XGBoost (Chen &amp; Guestrin, 2016), adaptées au faible volume d'essais : compromis biais-variance, contrôle de la complexité, convergence stable (Tableau II.6 du mémoire). S'y ajoutent des garde-fous anti-surapprentissage (régularisation L1/L2, sous-échantillonnage 0,8).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D'où vient le R² moyen de +0,29 ?</a:t>
            </a:r>
          </a:p>
        </p:txBody>
      </p:sp>
      <p:pic>
        <p:nvPicPr>
          <p:cNvPr id="6" name="Picture 5" descr="fig_loro_meca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48" y="1920240"/>
            <a:ext cx="1071154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pli par essai de la série 30 °C, et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le modèle ne voit jamais l'essai qu'il doit prédire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 Le +0,29 est simplement la moyenne des deux R² obtenus.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 ·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généralise,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 · bat les références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 :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+0,20,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01515"/>
            <a:ext cx="5212080" cy="3135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tracé,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nul,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1630"/>
            <a:ext cx="5257800" cy="2094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,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mesure,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répétées),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baselines,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atteints, en cours de consolidation.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Mais un prototype qui va de la mesure à la décision, transposable des deux côtés.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2,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